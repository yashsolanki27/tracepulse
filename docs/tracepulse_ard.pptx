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TracePulse â€” Architecture &amp; Requirements Document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Section 1 â€”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Standalone AI incident-ticket tool: RCA (root cause analysis) + similarity search. Ticket comes in â†’ AI diagnoses it â†’ system finds similar past resolved incidents â†’ engineer reviews/fixes â†’ resolution feeds back into future similarity matches. No dependency on other projects (Pulsegrid/LogPulse).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Section 2 â€”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FastAPI, PostgreSQL + pgvector, Alembic, Groq API (openai/gpt-oss-120b) for RCA, sentence-transformers (all-MiniLM-L6-v2, CPU-only) for embeddings, Docker Compose (local), static API key auth. 100% free tier.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Section 3 â€” V1 Status: SHIPPED (tagged v1.0)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188720"/>
          <a:ext cx="11430000" cy="594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59436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What It Does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Key Issue Resolved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 Scaffold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Docker Compose + FastAPI skeleton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health route cleanup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2. Tickets table + pgvector + Alembic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missing CREATE EXTENSION in migration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3. Plain CRUD +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clean pass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 API key 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weak AI-generated key replaced with real entropy (openssl)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5. RCA wiring (Groq)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spec'd model deprecated, swapped to gpt-oss-120b; fixed import/dependency/DB-host crash-loop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6. Similarity search (pgvector)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GPU/CUDA torch bloat fixed via correct --index-url pinning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7. Resolve endpoint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NULL-embedding crash in similarity query fixed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8. Seed 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18 realistic tickets across 6 domains, seeded via real API calls (not fake DB inserts)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stale env var causing silent 401s fixed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9. End-to-end ship 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cold restart, all 4 endpoints verified, 29 tickets survived restart intact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Section 4 â€” V1 Endpoints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POST /tickets, GET /tickets/{id}, GET /tickets, PATCH /tickets/{id}/resolve â€” all require X-API-Key header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Section 5 â€” V2 Roadmap (locked scope, phased)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188720"/>
          <a:ext cx="114300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59436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Dependency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Incident triage (priority/severity/issue_type/team) + resolve/close state machine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 blockers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 PROGRESS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SLA management + monitoring/escalation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Needs background scheduler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Not started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Engineer assignment + notification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Needs user table + notification channel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Not started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Unified engineer dashboard (frontend)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Frontend stack TBD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Not started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Email ingestion (IMAP/Graph)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Isolated, no dependency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Not started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Blocked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Pulsegrid webhook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Blocked on Pulsegrid's own deploy, spec ready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 ETA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Section 6 â€” Key Architectural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â€¢ Model swapped from spec'd Llama 3.1 (deprecated) to openai/gpt-oss-120b</a:t>
            </a:r>
          </a:p>
          <a:p>
            <a:pPr>
              <a:defRPr sz="1800"/>
            </a:pPr>
            <a:r>
              <a:t>â€¢ RCA/triage always fail-safe: null fields on timeout/error, ticket never fails to save</a:t>
            </a:r>
          </a:p>
          <a:p>
            <a:pPr>
              <a:defRPr sz="1800"/>
            </a:pPr>
            <a:r>
              <a:t>â€¢ 10s timeout, retry-once on bad JSON</a:t>
            </a:r>
          </a:p>
          <a:p>
            <a:pPr>
              <a:defRPr sz="1800"/>
            </a:pPr>
            <a:r>
              <a:t>â€¢ Alembic used from Phase 2 onward for all schema changes</a:t>
            </a:r>
          </a:p>
          <a:p>
            <a:pPr>
              <a:defRPr sz="1800"/>
            </a:pPr>
            <a:r>
              <a:t>â€¢ Seed data generated through real API calls so embeddings/RCA are genuine, not placeholder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Section 7 â€”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Local Docker Compose only (2 containers: api, db). No cloud deploy yet.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